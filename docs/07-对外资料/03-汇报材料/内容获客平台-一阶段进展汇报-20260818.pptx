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内容获客平台 · 一阶段进展汇报</a:t>
            </a:r>
          </a:p>
          <a:p>
            <a:r>
              <a:rPr sz="2200" b="0">
                <a:solidFill>
                  <a:srgbClr val="DBEAFE"/>
                </a:solidFill>
                <a:latin typeface="Microsoft YaHei"/>
              </a:rPr>
              <a:t>从「能写内容」到「能卖课、能履约、能管单」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Microsoft YaHei"/>
              </a:rPr>
              <a:t>汇报日期：2026-08-18</a:t>
            </a:r>
          </a:p>
          <a:p>
            <a:r>
              <a:rPr sz="1600" b="0">
                <a:solidFill>
                  <a:srgbClr val="64748B"/>
                </a:solidFill>
                <a:latin typeface="Microsoft YaHei"/>
              </a:rPr>
              <a:t>演示环境：本机测试 / 内网 192.168.20.201</a:t>
            </a:r>
          </a:p>
          <a:p>
            <a:r>
              <a:rPr sz="1600" b="0">
                <a:solidFill>
                  <a:srgbClr val="64748B"/>
                </a:solidFill>
                <a:latin typeface="Microsoft YaHei"/>
              </a:rPr>
              <a:t>Phase 1 · 商城交易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一句话定位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• 核心：AI 内容工厂 + 交易闭环 + 客户经营闭环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• 智营已有：AI 写文案/笔记/脚本 + 线索、客户、商机跟到回款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• 一阶段补齐：交易层 —— 商家上架虚拟课/资料/服务，买家付钱、学课、核销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• 对标小鹅通/千聊：不只卖「店」，而是 生产 → 成交 → 持续经营 一条链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解决什么问题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9164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8521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现状痛点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一阶段目标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内容在文档里，成交在别的平台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内容和成交在同一产品体系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公域买了课，私域没法履约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公域订单可领权 → 自有端学课/核销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平台管不了商家与商品合规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入驻审核 + 商品上架闸 + 公域挂载闸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卖课工具与客户跟进各管各的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同一租户体系，后续可打通经营数据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一阶段交付什么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icrosoft YaHei"/>
              </a:rPr>
              <a:t>平台 → 商家（三类主体）→ 店铺（可多店）→ 商品 → 订单 → 权益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三端齐全：平台运营端 P01–P12 · 商家 Web A01–A23 · 买家 H5/小程序 M01–M15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三类商家主体：个人 / 个体户 / 企业入驻；支持多店铺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三类商品：专栏/单课 · 数字资料包 · 服务（预约/次数卡/核销）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交易闭环：下单 → 支付（Mock）→ 权益开通 → 学课/下载/核销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退款关权益：退款后不可再履约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合规：商品机审 + 平台人审；未过审不可上架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公域预留：抖音 Mx 链路（Mock 档可演示领权）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icrosoft YaHei"/>
              </a:rPr>
              <a:t>• SaaS 套餐：P10 配置 + P11 人工开通（验收期）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一阶段不做什么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icrosoft YaHei"/>
              </a:rPr>
              <a:t>硬验收：入驻 → 商品合规 → 私域可售 → 履约 → 退款关权益 →（Mock）公域领权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766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本期不做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商家自助购套餐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线下对公 + 平台人工开通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真微信 / 真抖店支付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演示用 Mock，真机另签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实物 / 门店 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Phase 2+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H5 独立商城装修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买家端以小程序/H5 履约为主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AI 一键生成商品并上架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Phase 2 打通创作顾问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四平台齐发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抖音优先，其余后移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三端角色一览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1155680" cy="14173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Consolas"/>
              </a:rPr>
              <a:t>平台运营：审入驻 · 审商品 · 套餐 · 结算 · 稽查
商家后台：上架 · 订单 · 买家 · 权益 · 核销 · 公域映射
买家端：进店 · 下单 · 已购 · 学课 · 领权 · 发票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337560"/>
          <a:ext cx="111556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7498079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端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谁用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本期核心价值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平台端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超管/运营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入驻审核、商品审核、订阅台账、渠道配置、违规稽查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商家端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教培/咨询商家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商品、订单、买家、权益、核销、公域映射、多店管理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买家端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C 端学员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进店、下单、已购、学课、领权、发票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合规两道闸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素材合规（AI 内容工厂，已有基础）：选源 → 成片 → 发布，审的是「营销内容」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交易合规（一阶段新增，审的是「可售商品」）：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　① 主体资质闸：入驻验证照与主体类型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　② 商品上架闸：机审 + 平台人审，不过不能卖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　③ 公域挂载闸：店内可卖 ≠ 可挂抖店/课程库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　④ 事后稽查：举报下架、审计留痕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与现有智营产品的关系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217920"/>
                <a:gridCol w="31089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Phase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AI 创作顾问 + 线索跟到回款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✅ 已交付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Phase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商城交易 MVP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🚧 本期汇报重点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创作成果一键变商品草稿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规划中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Phase 3+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AI 商用配图、短视频半自动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远期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56DB"/>
                </a:solidFill>
                <a:latin typeface="Microsoft YaHei"/>
              </a:rPr>
              <a:t>一阶段不是重做客户经营模块，是在智营上长出「卖课收钱」这一块，与现有线索、商机、报价、回款同体系演进。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icrosoft YaHei"/>
              </a:rPr>
              <a:t>商家卖课 → 买家学课 → 退款关权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环境（二选一）：本机 Web 5173 · 买家 H5 5174 · API 8003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　　　　　　　或 内网 192.168.20.201:8088 / :8089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平台超管：13800000000 / admin123456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主商家：13900000099 / test123456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验证码：1111 · 支付 Mock 点确认即成功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演示商品：演示·IP获客实战课 · 演示·话术模板资料包 · 演示·1v1咨询次数卡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演示剧本（约 15 分钟）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371600"/>
                <a:gridCol w="3474720"/>
                <a:gridCol w="56692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步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看点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商家租户列表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多状态商家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平台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审核中入驻详情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平台管准入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商家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看板 + 商品列表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三类在售 + 草稿不可售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买家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选课 → Mock 支付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成交发生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买家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已购 → 学课/播放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履约发生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买家/商家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已付单退款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权益立即关闭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买家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（可选）公域领权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公域 → 自有端履约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平台/商家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订阅台账 / 套餐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SaaS 套餐模型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当前进展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953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三端页面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平台 12 类 + 商家 23 类 + 买家 15 类（PRD 规格）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研发批次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M0–M7 Mock 主路径 ✅；开箱演示可跑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R1 API + 联测金标准 + UX 走查收口中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演示数据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4 家经营中商家，每家 36～50 条商品/订单量级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56DB"/>
                </a:solidFill>
                <a:latin typeface="Microsoft YaHei"/>
              </a:rPr>
              <a:t>私域交易闭环可演示、可验收；真机微信/抖店为商务并行线，不阻塞本期签收。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已知限制与下一步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已知限制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挡演示？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支付是 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点确认即成功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套餐线下开通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无商家自助收银台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结算人工确认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非银行自动打款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购物车/物流/实物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范围外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77639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下一步 ① 签收一阶段 Mock 演示版 → 对内培训、对客户预演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下一步 ② 启动真机验收（微信商户号 / 抖店）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下一步 ③ Phase 2：自助购套餐 / 创作打通商品 / 扩平台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• 一阶段把智营从「内容 + 客户经营」补成能卖虚拟课/服务并履约的完整链路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• 平台、商家、买家三端可演示，核心路径 下单 → 学课 → 退款关权 已打通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• 下一步：Mock 签收 → 真机试点 → Phase 2 内容与商城打通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Microsoft YaHei"/>
              </a:rPr>
              <a:t>谢谢 ·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